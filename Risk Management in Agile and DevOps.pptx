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Alfa Slab On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AlfaSlabOne-regular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6216beed9c_0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6216beed9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9e4fbf1217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9e4fbf12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216beed9c_0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216beed9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216beed9c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6216beed9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Management in Agile and DevOps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Speed and Security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Risk Management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Neglecting Risk Management: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n"/>
              <a:t>Budget Overruns:</a:t>
            </a:r>
            <a:r>
              <a:rPr lang="en"/>
              <a:t> Without a plan for unexpected issues, we might spend more money than we have for the project.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/>
              <a:t>Project Delays:</a:t>
            </a:r>
            <a:r>
              <a:rPr lang="en"/>
              <a:t> If we don't deal with potential problems early on, our project might take longer than we planned.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Effective Risk Management: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n"/>
              <a:t>Resource Optimization: </a:t>
            </a:r>
            <a:r>
              <a:rPr lang="en"/>
              <a:t>Planning how we use our resources smartly helps us avoid roadblocks and keeps our project running smoothly.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/>
              <a:t>Proactive Issue Resolution:</a:t>
            </a:r>
            <a:r>
              <a:rPr lang="en"/>
              <a:t> Fixing problems early stops them from becoming big issues.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Risks in Agile and DevOps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Rapid changes in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Communication gaps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Integration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Security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Lack of Stakeholder Involvement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Lack of Automated Testing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</a:t>
            </a:r>
            <a:r>
              <a:rPr lang="en"/>
              <a:t>Practices to Mitigate Risks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Iterative Development</a:t>
            </a:r>
            <a:endParaRPr b="1"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Emphasizes breaking down the project into smaller, manageable increments.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Mitigates Risk: Reduces the impact of potential errors by allowing for early detection and correction in each iteration.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Continuous Feedback</a:t>
            </a:r>
            <a:endParaRPr b="1"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Encourages regular and constructive communication among team members, stakeholders, and end-users.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Mitigates Risk: Facilitates early identification of issues, evolving requirements, and aligns the project with stakeholders' expectations.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Daily Stand-up Meetings (Scrum)</a:t>
            </a:r>
            <a:endParaRPr b="1"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Brief, daily meetings where team members discuss progress, challenges, and plans for the day.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Mitigates Risk: Promotes real-time problem-solving, enhances team collaboration, and keeps everyone informed, preventing potential bottlenecks.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 Practices to Mitigate Risks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</a:t>
            </a:r>
            <a:r>
              <a:rPr b="1" lang="en"/>
              <a:t>ontinuous Integration: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Combines code changes regularly, allowing teams to detect and address integration issues early.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Ensures that the entire codebase is regularly validated.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Continuous Delivery: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Automates the deployment process, reducing the likelihood of deployment errors.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Facilitates faster and more reliable releases, enhancing overall system stability.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Infrastructure as Code (IaC):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Represents infrastructure configurations as code, allowing for version control and reproducibility.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Enables consistent and automated provisioning of infrastructure, minimizing configuration errors.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for Risk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509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Agile: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Jira: Plan, track, and manage Agile 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Trello: Simple visual collaboration for Agile teams.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DevOps: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Jenkins: Automate building and deployment.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GitLab: End-to-end DevOps platform.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-15424" l="0" r="-14678" t="745"/>
          <a:stretch/>
        </p:blipFill>
        <p:spPr>
          <a:xfrm>
            <a:off x="6848700" y="1310322"/>
            <a:ext cx="1251000" cy="656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368" y="1967100"/>
            <a:ext cx="1187707" cy="33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5">
            <a:alphaModFix/>
          </a:blip>
          <a:srcRect b="-6559" l="4040" r="-4040" t="6560"/>
          <a:stretch/>
        </p:blipFill>
        <p:spPr>
          <a:xfrm>
            <a:off x="6749900" y="2817150"/>
            <a:ext cx="1565175" cy="15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5800" y="4142450"/>
            <a:ext cx="1096825" cy="2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68000" y="21939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   </a:t>
            </a:r>
            <a:r>
              <a:rPr lang="en" sz="3000"/>
              <a:t>Thanks!</a:t>
            </a:r>
            <a:endParaRPr sz="300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